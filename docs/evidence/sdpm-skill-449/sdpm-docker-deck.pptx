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74626"/>
  </p:normalViewPr>
  <p:slideViewPr>
    <p:cSldViewPr snapToGrid="0" snapToObjects="1">
      <p:cViewPr varScale="1">
        <p:scale>
          <a:sx n="94" d="100"/>
          <a:sy n="94" d="100"/>
        </p:scale>
        <p:origin x="1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FD1B0-74F3-D141-B210-936319A276C7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2DD4-0740-C747-9E66-F79886FCF7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14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9889435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886200"/>
            <a:ext cx="9760226" cy="7752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84578"/>
            <a:ext cx="10992678" cy="798788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1270000"/>
            <a:ext cx="10922000" cy="1270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5400">
                <a:solidFill>
                  <a:srgbClr val="FFFFFF"/>
                </a:solidFill>
                <a:latin typeface="Calibri"/>
              </a:rPr>
              <a:t>SDPM in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1270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000">
                <a:solidFill>
                  <a:srgbClr val="FFFFFF"/>
                </a:solidFill>
                <a:latin typeface="Noto Sans CJK JP"/>
              </a:rPr>
              <a:t>まとめ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10</cp:revision>
  <dcterms:created xsi:type="dcterms:W3CDTF">2013-01-27T09:14:16Z</dcterms:created>
  <dcterms:modified xsi:type="dcterms:W3CDTF">2026-04-21T05:52:00Z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2026-04-01T23:58:19Z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beaebefe-5a52-4e34-80b8-0094bfd161a6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